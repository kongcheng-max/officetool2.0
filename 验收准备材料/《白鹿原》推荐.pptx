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09" r:id="rId3"/>
    <p:sldId id="410" r:id="rId4"/>
    <p:sldId id="411" r:id="rId5"/>
    <p:sldId id="412" r:id="rId6"/>
    <p:sldId id="413" r:id="rId7"/>
    <p:sldId id="414" r:id="rId8"/>
    <p:sldId id="415" r:id="rId9"/>
    <p:sldId id="416" r:id="rId10"/>
    <p:sldId id="418" r:id="rId11"/>
    <p:sldId id="420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7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11505" y="356870"/>
            <a:ext cx="11412220" cy="590042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 sz="4800"/>
              <a:t>大家好，我要介绍的书籍是《白鹿原》，</a:t>
            </a:r>
            <a:endParaRPr lang="zh-CN" altLang="en-US" sz="4800"/>
          </a:p>
          <a:p>
            <a:pPr marL="0" indent="0">
              <a:buNone/>
            </a:pPr>
            <a:r>
              <a:rPr lang="zh-CN" altLang="en-US" sz="4800"/>
              <a:t>白嘉轩是《白鹿原》中的重要人物，坚守是他的主要品质，而这一品质主要体现在对传统文化和道德观念的坚持上。以下是书中白嘉轩坚守的一段描写：</a:t>
            </a:r>
            <a:endParaRPr lang="zh-CN" altLang="en-US" sz="4800"/>
          </a:p>
        </p:txBody>
      </p:sp>
    </p:spTree>
    <p:custDataLst>
      <p:tags r:id="rId2"/>
    </p:custDataLst>
  </p:cSld>
  <p:clrMapOvr>
    <a:masterClrMapping/>
  </p:clrMapOvr>
  <p:transition advTm="20189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38735" y="1905"/>
            <a:ext cx="12243435" cy="6839585"/>
          </a:xfrm>
        </p:spPr>
        <p:txBody>
          <a:bodyPr/>
          <a:p>
            <a:pPr marL="0" indent="0">
              <a:buNone/>
            </a:pPr>
            <a:r>
              <a:rPr lang="zh-CN" altLang="en-US" sz="4800"/>
              <a:t>白孝文与黑娃的媳妇田小娥有染，被人发现后，白嘉轩作为族长，决定按照族规对儿子进行惩罚。他当众鞭打白孝文，打得皮开肉绽，丝毫不手软。旁人劝他不要伤及性命，但他表示除了白鹿原的规矩，还有家规。他认为自己作为族长，必须维护族规的尊严，坚守道德的底线</a:t>
            </a:r>
            <a:endParaRPr lang="zh-CN" altLang="en-US" sz="4800"/>
          </a:p>
        </p:txBody>
      </p:sp>
    </p:spTree>
    <p:custDataLst>
      <p:tags r:id="rId1"/>
    </p:custDataLst>
  </p:cSld>
  <p:clrMapOvr>
    <a:masterClrMapping/>
  </p:clrMapOvr>
  <p:transition advTm="28104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34925"/>
            <a:ext cx="12186285" cy="682307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 sz="6000"/>
              <a:t>这段描写展现了白嘉轩的坚定和果断，他不因白孝文是自己的儿子而徇私情，而是以族长的身份严格执行族规。他的坚守体现了他对传统道德的尊重和对家族责任的担当。</a:t>
            </a:r>
            <a:endParaRPr lang="zh-CN" altLang="en-US" sz="6000"/>
          </a:p>
        </p:txBody>
      </p:sp>
    </p:spTree>
    <p:custDataLst>
      <p:tags r:id="rId1"/>
    </p:custDataLst>
  </p:cSld>
  <p:clrMapOvr>
    <a:masterClrMapping/>
  </p:clrMapOvr>
  <p:transition advTm="2009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207010"/>
            <a:ext cx="10968990" cy="1106805"/>
          </a:xfrm>
        </p:spPr>
        <p:txBody>
          <a:bodyPr>
            <a:normAutofit fontScale="90000"/>
          </a:bodyPr>
          <a:p>
            <a:r>
              <a:rPr lang="zh-CN" altLang="en-US"/>
              <a:t>对于白嘉轩的坚守，可以从以下几个方面进行点评：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635" y="1045210"/>
            <a:ext cx="12193270" cy="582168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 sz="5100"/>
              <a:t>1. 道德观念的维护：白嘉轩的坚守显示了他对传统道德观念的执着。在他看来，族规是维护家族秩序和道德的准则，任何人都不能违反。他通过惩罚白孝文，向族人传递了一个明确的信号，即道德的底线不可逾越。</a:t>
            </a:r>
            <a:endParaRPr lang="zh-CN" altLang="en-US" sz="5100"/>
          </a:p>
        </p:txBody>
      </p:sp>
    </p:spTree>
    <p:custDataLst>
      <p:tags r:id="rId1"/>
    </p:custDataLst>
  </p:cSld>
  <p:clrMapOvr>
    <a:masterClrMapping/>
  </p:clrMapOvr>
  <p:transition advTm="27559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5080" y="0"/>
            <a:ext cx="12197080" cy="6847205"/>
          </a:xfrm>
        </p:spPr>
        <p:txBody>
          <a:bodyPr/>
          <a:p>
            <a:pPr marL="0" indent="0">
              <a:buNone/>
            </a:pPr>
            <a:r>
              <a:rPr lang="zh-CN" altLang="en-US" sz="5400"/>
              <a:t>2. 家族责任的担当：作为族长，白嘉轩深知自己肩负着维护家族声誉和利益的责任。他的坚守不仅仅是为了个人的面子，更是为了整个家族的未来。他希望通过严格执行族规，能够让家族保持良好的风气和传统。</a:t>
            </a:r>
            <a:endParaRPr lang="zh-CN" altLang="en-US" sz="5400"/>
          </a:p>
        </p:txBody>
      </p:sp>
    </p:spTree>
    <p:custDataLst>
      <p:tags r:id="rId1"/>
    </p:custDataLst>
  </p:cSld>
  <p:clrMapOvr>
    <a:masterClrMapping/>
  </p:clrMapOvr>
  <p:transition advTm="23918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15240" y="-27940"/>
            <a:ext cx="12214860" cy="688594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 sz="4800"/>
              <a:t>3. 教育意义：白嘉轩的行为对儿子白孝文产生了深远的影响。这场鞭打让白孝文从一个斯文书生变成了登徒浪子，也引发了他的报复心理。这一情节揭示了坚守传统道德观念可能带来的后果，同时也提醒人们在处理问题时要考虑到多种因素，不能仅仅依靠简单的道德判断。</a:t>
            </a:r>
            <a:endParaRPr lang="zh-CN" altLang="en-US" sz="4800"/>
          </a:p>
        </p:txBody>
      </p:sp>
    </p:spTree>
    <p:custDataLst>
      <p:tags r:id="rId1"/>
    </p:custDataLst>
  </p:cSld>
  <p:clrMapOvr>
    <a:masterClrMapping/>
  </p:clrMapOvr>
  <p:transition advTm="28516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2540" y="-12700"/>
            <a:ext cx="12195175" cy="691578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 sz="5200"/>
              <a:t>4. 时代局限性：白嘉轩的坚守也反映了他所处时代的局限性。他过于拘泥于传统的道德观念，缺乏对人性和社会变化的理解。他的行为在一定程度上导致了白孝文的堕落和家族的动荡，也显示了传统文化在面对现代社会挑战时的困境。</a:t>
            </a:r>
            <a:endParaRPr lang="zh-CN" altLang="en-US" sz="5200"/>
          </a:p>
        </p:txBody>
      </p:sp>
    </p:spTree>
    <p:custDataLst>
      <p:tags r:id="rId1"/>
    </p:custDataLst>
  </p:cSld>
  <p:clrMapOvr>
    <a:masterClrMapping/>
  </p:clrMapOvr>
  <p:transition advTm="2564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655" y="18415"/>
            <a:ext cx="12157710" cy="681355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 sz="5000"/>
              <a:t>总的来说，白嘉轩的坚守是他性格和价值观的体现。他的行为在维护道德和家族责任方面具有一定的积极意义，但也暴露出了传统文化的局限性。这一情节让读者对传统文化和道德观念有了更深入的思考，同时也感受到了时代变迁对人们生活的影响。</a:t>
            </a:r>
            <a:endParaRPr lang="zh-CN" altLang="en-US" sz="5000"/>
          </a:p>
        </p:txBody>
      </p:sp>
    </p:spTree>
    <p:custDataLst>
      <p:tags r:id="rId1"/>
    </p:custDataLst>
  </p:cSld>
  <p:clrMapOvr>
    <a:masterClrMapping/>
  </p:clrMapOvr>
  <p:transition advTm="29503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49530" y="17780"/>
            <a:ext cx="12221845" cy="6863715"/>
          </a:xfrm>
        </p:spPr>
        <p:txBody>
          <a:bodyPr>
            <a:noAutofit/>
          </a:bodyPr>
          <a:p>
            <a:pPr marL="0" indent="0">
              <a:buNone/>
            </a:pPr>
            <a:r>
              <a:rPr sz="6000">
                <a:sym typeface="+mn-ea"/>
              </a:rPr>
              <a:t>《白鹿原》出版后，畅销不衰，并被改编为多种艺术形式，如电影、话剧、舞剧等。它不仅在中国文学史上具有重要地位，也在世界范围内产生了广泛的影响。以下是书中的一些名言：</a:t>
            </a:r>
            <a:endParaRPr lang="zh-CN" altLang="en-US" sz="6000"/>
          </a:p>
          <a:p>
            <a:pPr marL="0" indent="0">
              <a:buNone/>
            </a:pPr>
            <a:endParaRPr lang="zh-CN" altLang="en-US" sz="6000"/>
          </a:p>
        </p:txBody>
      </p:sp>
    </p:spTree>
    <p:custDataLst>
      <p:tags r:id="rId1"/>
    </p:custDataLst>
  </p:cSld>
  <p:clrMapOvr>
    <a:masterClrMapping/>
  </p:clrMapOvr>
  <p:transition advTm="18565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15240" y="-6350"/>
            <a:ext cx="12215495" cy="6873240"/>
          </a:xfrm>
        </p:spPr>
        <p:txBody>
          <a:bodyPr/>
          <a:p>
            <a:r>
              <a:rPr lang="zh-CN" altLang="en-US" sz="6000"/>
              <a:t>如果你对中国历史、文化以及人性的探讨感兴趣，那么《白鹿原》绝对是一本值得一读的经典之作。它将带你走进那个充满变革与动荡的时代，感受白鹿原上的风云变幻。</a:t>
            </a:r>
            <a:endParaRPr lang="zh-CN" altLang="en-US" sz="6000"/>
          </a:p>
        </p:txBody>
      </p:sp>
    </p:spTree>
    <p:custDataLst>
      <p:tags r:id="rId1"/>
    </p:custDataLst>
  </p:cSld>
  <p:clrMapOvr>
    <a:masterClrMapping/>
  </p:clrMapOvr>
  <p:transition advTm="15862"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988</Words>
  <Application>WPS 演示</Application>
  <PresentationFormat>宽屏</PresentationFormat>
  <Paragraphs>24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Wingdings</vt:lpstr>
      <vt:lpstr>Arial Unicode MS</vt:lpstr>
      <vt:lpstr>Calibri</vt:lpstr>
      <vt:lpstr>Office 主题​​</vt:lpstr>
      <vt:lpstr>空白演示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空城旧梦</cp:lastModifiedBy>
  <cp:revision>150</cp:revision>
  <dcterms:created xsi:type="dcterms:W3CDTF">2019-06-19T02:08:00Z</dcterms:created>
  <dcterms:modified xsi:type="dcterms:W3CDTF">2024-05-23T15:35:47Z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2052-11.1.0.10009</vt:lpwstr>
  </property>
</Properties>
</file>